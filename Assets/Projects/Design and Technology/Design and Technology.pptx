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FBED-CA40-483D-73B1-2383470A9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8FD56-3399-8A55-CD44-5B7237895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A9B7C-DA08-B5B4-A7F0-ECAAB723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85B07-173F-90D7-0D06-F5C9397C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708D-D85A-78BE-AC04-0EF55B79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808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1A23-A9D0-AFE5-3E3E-5DF82FDF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DE93F-72E3-AABB-E0D9-F2F59E77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1798D-6A3B-BCD8-A72A-E83EECEC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FE743-8F16-A7F7-C506-BBBFCCA2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D5DA4-CD6D-A0D3-E170-38C2F8F7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430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FE78-FA64-BB3D-78B4-B60839052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94BF4-248F-6FA4-106D-1A167F915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15E64-5EE6-7FD3-F3EF-682F4F0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8BE21-4B5F-B011-FCE1-7E7DC2931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70A83-4F71-3994-E6DC-F3322420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0803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231F-526A-B273-7654-651F7116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AFA5C-94DC-3B51-6D64-2F661E73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B6EEE-F894-1AFA-C94B-C5134E26B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26D71-4174-064B-0A2A-DDE52B742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ED096-A5DE-D259-4A99-29D74B47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8DEA4-552F-5228-7924-5A810BF0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550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EA7FE-36EE-9CB4-E454-4568C82C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32ECE-F914-AA58-A7C8-9CCE2D66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90913-A6BA-D07B-74A3-998999758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5121B-16D8-FC25-3459-7C0843657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5D8928-6B5D-8596-F9FB-266B49134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4BF60-11CD-A809-FD48-D0579920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6C81C7-6FBF-66F8-74E4-1237E7FC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DA218-7765-C541-F722-7A391398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260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9DB8-FEDF-1B79-AE32-3C9FCAB5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6085B-7371-C604-21BD-074298F3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860C2-26A2-9A4B-703E-90CC30EC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81854-0C43-8F8E-1DED-93B81D44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412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967FC-C3B4-2150-C377-52EEB0C9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F89E8-1FAA-ACF9-24EE-B6179097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867A6-973D-C941-4EE5-216615752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62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7F5E-059D-B4E9-A775-6A651225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143B9-1E49-1C08-6298-AE2B33964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6D6D1-A891-36E9-7BF7-50730494A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C88B0-C1D4-BFB1-5E4E-00E8724B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FCFE5-A9F8-C28A-C398-377D114A1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DB65A-046A-77B9-7F3E-8C4F072A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331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B59E-93F7-666D-5791-9C106D3F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A8A10B-6D33-1E23-C876-1254A8F6A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06E63-4684-3E61-2A7E-895714632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187AF-72D0-895C-D1BB-FA5A0710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89B0C-1088-7D57-CD36-9B9F95786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1F7BA-E7A2-8628-B832-D51FB75FB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68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9309-3E0E-2263-B2D4-89B37E318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5D527-D8D2-7C6F-EE0E-A15D98C0A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3C173-BC67-4058-A45A-2C3AC4B3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0BFE9-4F6E-D884-B6EC-26508E83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6AFA7-1C24-4470-7AD8-7CE40F7D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824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820CAA-E27D-8EA2-42C5-309538F90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0FA19-E906-5E5C-9610-F9A8EFAF8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D013A-E8D3-E49C-C6EB-63B68CE0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D89B8-0B56-AED3-B93A-685CE5DA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040B2-020B-E66C-5A27-A76970B9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833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71984-7DF0-5C66-2116-E268E5F7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9E1BF-1373-11B7-7FDB-75F589191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FEC1-D53E-DD5C-1933-135A0F7B3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5AF344-740E-4B29-8AD2-B5DDCDC61B13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9F819-F5B9-F980-D9A4-94349E236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2E7AA-4927-BB1A-2E3A-DE837AE2C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B5643-889A-48A2-90B0-DD57E4E85E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160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a table&#10;&#10;AI-generated content may be incorrect.">
            <a:extLst>
              <a:ext uri="{FF2B5EF4-FFF2-40B4-BE49-F238E27FC236}">
                <a16:creationId xmlns:a16="http://schemas.microsoft.com/office/drawing/2014/main" id="{99693FC1-C8B1-BDB9-888E-20E8F1DD4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111" y="0"/>
            <a:ext cx="8861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15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6288C6-EA7E-6496-A962-23C4A548B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958" y="0"/>
            <a:ext cx="9295978" cy="686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82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B02415-B647-BA14-F200-20B889ABB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527" y="0"/>
            <a:ext cx="9478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1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wood joint&#10;&#10;AI-generated content may be incorrect.">
            <a:extLst>
              <a:ext uri="{FF2B5EF4-FFF2-40B4-BE49-F238E27FC236}">
                <a16:creationId xmlns:a16="http://schemas.microsoft.com/office/drawing/2014/main" id="{217CBFD6-EB05-87B1-DCB3-1085E3962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372" y="0"/>
            <a:ext cx="9381909" cy="6858000"/>
          </a:xfrm>
        </p:spPr>
      </p:pic>
    </p:spTree>
    <p:extLst>
      <p:ext uri="{BB962C8B-B14F-4D97-AF65-F5344CB8AC3E}">
        <p14:creationId xmlns:p14="http://schemas.microsoft.com/office/powerpoint/2010/main" val="4029350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llage of several images of a person using a drill&#10;&#10;AI-generated content may be incorrect.">
            <a:extLst>
              <a:ext uri="{FF2B5EF4-FFF2-40B4-BE49-F238E27FC236}">
                <a16:creationId xmlns:a16="http://schemas.microsoft.com/office/drawing/2014/main" id="{BDE3219F-B3ED-AE17-5B04-9E88D8501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293" y="0"/>
            <a:ext cx="9387262" cy="6858000"/>
          </a:xfrm>
        </p:spPr>
      </p:pic>
    </p:spTree>
    <p:extLst>
      <p:ext uri="{BB962C8B-B14F-4D97-AF65-F5344CB8AC3E}">
        <p14:creationId xmlns:p14="http://schemas.microsoft.com/office/powerpoint/2010/main" val="2403161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several people sitting at tables&#10;&#10;AI-generated content may be incorrect.">
            <a:extLst>
              <a:ext uri="{FF2B5EF4-FFF2-40B4-BE49-F238E27FC236}">
                <a16:creationId xmlns:a16="http://schemas.microsoft.com/office/drawing/2014/main" id="{DE12FEBF-8D8F-2BE6-EB01-4D33FED2D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782" y="0"/>
            <a:ext cx="9526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1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krishiraj santchurn</dc:creator>
  <cp:lastModifiedBy>krishiraj santchurn</cp:lastModifiedBy>
  <cp:revision>2</cp:revision>
  <dcterms:created xsi:type="dcterms:W3CDTF">2025-08-29T06:17:15Z</dcterms:created>
  <dcterms:modified xsi:type="dcterms:W3CDTF">2026-07-19T02:59:37Z</dcterms:modified>
</cp:coreProperties>
</file>